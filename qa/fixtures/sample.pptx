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E492C-B22A-43CB-97F6-383AA58C5615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ADD60-2A50-4DA0-B592-13EE947AAC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478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with the headline win.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DD60-2A50-4DA0-B592-13EE947AACB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453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C5E02-D3C6-EC2E-75E0-5086E2846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E2E8EE-B133-A2CB-7C1C-6F418DCB8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7C0F3-A1B9-0DAC-163E-6F1240A92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B1DE-2E97-4FB1-B0DE-30430454C01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189D9-642C-9B88-6ECF-19102E1FC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94E21-97F3-9BE6-8A1F-2FFBC2009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35E5-D972-4899-B21A-2014B1B3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78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52E59-4256-0541-6B50-E17FB4514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80254-A3E2-8F69-C7CA-4504D5082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681CB-9D30-65E6-4BD7-5A1ABCD59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B1DE-2E97-4FB1-B0DE-30430454C01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AD3B9-6E89-F7A9-1801-5544EC402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38AE7-F7D7-B4E5-C159-DF32773A7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35E5-D972-4899-B21A-2014B1B3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08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D1D2-107C-45A8-0E55-2EB529D3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9B07A-9014-F489-82FE-443160A1B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29EB9-F8EC-FC1C-DAEB-D37A0F23C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B1DE-2E97-4FB1-B0DE-30430454C01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1F1E9-3C47-44D5-D2A0-96537B20A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99687-C8C3-B8BF-9764-7FA71DCD3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35E5-D972-4899-B21A-2014B1B3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53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47791-11F0-B6F2-5C9B-1E2ED51D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CED85-A99C-5115-5730-81D614ECC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8C3B6-C3B0-A93F-BD79-99EEFC3B7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D8CFA-9F30-755E-95E4-14357B875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B1DE-2E97-4FB1-B0DE-30430454C01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56C09-1CD1-4EDC-148E-3835DC7E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0EAAA-2982-6255-8F74-C85609DEB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35E5-D972-4899-B21A-2014B1B3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679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4B74E-FA6E-634B-2F56-7608A5899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85109-D844-329C-CB70-F4AEFA23D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E46C7-6273-DA18-1810-3E1F5523D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15E462-1466-2855-F5A2-2D49D0C3F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F6117-640B-3932-156E-574D96D068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B6F2F8-816D-81A4-ACD5-E7F96F18F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B1DE-2E97-4FB1-B0DE-30430454C01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CF8B44-9067-A11B-B761-CD4E284D6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4CFAF4-388C-455B-7B8D-5A37071C8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35E5-D972-4899-B21A-2014B1B3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954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868B0-CC68-64BC-D3BD-EEE458DFD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C039A-0FA4-D96E-99BA-6A0B71ED4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B1DE-2E97-4FB1-B0DE-30430454C01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5B3085-EE54-C234-5EDF-E9F4E603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52269-654C-8B8B-8916-EEDBC6DF0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35E5-D972-4899-B21A-2014B1B3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02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559557-08A0-E4DE-87FC-CCC43C278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B1DE-2E97-4FB1-B0DE-30430454C01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02D8B6-436C-818E-5EBC-BC644F029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A3703-18D1-80DD-962E-CB4194ACD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35E5-D972-4899-B21A-2014B1B3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64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A035F-1F8E-475A-549B-680B9F733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F786C-9BFB-AFC9-97D9-B666114C5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C5DB0-7106-CEBD-92EB-DBBF3890E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79B14-B357-C42A-8330-6687B5360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B1DE-2E97-4FB1-B0DE-30430454C01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73345-23F7-341E-2C7D-B568995BD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AD9D2-C38E-EA09-B5AE-4ADDDBC4A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35E5-D972-4899-B21A-2014B1B3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318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9FE1-94A4-A59A-B5B0-97BA5B2E5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16F7E6-2A84-2C9A-A0E7-0189368F21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44229-3AEE-DC1A-856F-2C6009F92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54295-CC1F-E949-F819-07A031011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B1DE-2E97-4FB1-B0DE-30430454C01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3C1EC-5602-7C55-9F2E-DB5D09769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CF866-0D18-2101-9F37-8C6EF7F1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35E5-D972-4899-B21A-2014B1B3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50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1044D-7435-5816-2142-C204E547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E5365-B310-AAC1-641F-05B7209B7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7E19B-D975-3EB6-68EB-6AA626D1F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B1DE-2E97-4FB1-B0DE-30430454C01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7F438-0CF0-4CB9-D16F-1FBA6CE9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9BE36-6569-7D2B-D873-25CD11C4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35E5-D972-4899-B21A-2014B1B3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825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76F3E2-27E5-07A9-4175-46378DA3E2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F4D8C8-E050-D6B2-F634-D521DFE3D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7F11B-815C-1727-01FB-EAF1331C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B1DE-2E97-4FB1-B0DE-30430454C01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9F69B-B3C1-FDE5-C001-AEDE0ED6C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E4F97-9D31-A358-19EA-CB847577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35E5-D972-4899-B21A-2014B1B3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299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9182-1260-E206-8F11-B18C5B5B9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ECB0B-8D94-5994-D9F3-81E8ADD5C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53118-D083-A296-CA78-F878329F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B1DE-2E97-4FB1-B0DE-30430454C01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9AAFB-058B-959A-7EF7-7DD6F9817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099B7-7883-8D13-7C10-FF39CC254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35E5-D972-4899-B21A-2014B1B3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410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5937BB-E0B2-C13F-BF23-0FC317F31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E1C9C-5EDF-6483-7087-F911EBFA2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583B8-FDAC-B176-AE0B-28AD9B29B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3B1DE-2E97-4FB1-B0DE-30430454C01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CFD90-B1E7-F9E1-D8A1-513C2A697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C1C3B-E5D1-6938-3460-3B9417A00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E35E5-D972-4899-B21A-2014B1B3A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397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5745-1D4E-BA4F-470F-7358796C49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Quarterly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12C8D-CF60-41D2-951B-E8058FD620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A deck about numbers</a:t>
            </a:r>
          </a:p>
        </p:txBody>
      </p:sp>
    </p:spTree>
    <p:extLst>
      <p:ext uri="{BB962C8B-B14F-4D97-AF65-F5344CB8AC3E}">
        <p14:creationId xmlns:p14="http://schemas.microsoft.com/office/powerpoint/2010/main" val="2758451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532E2-D87A-E043-19C6-CEC551D65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Highlights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7F4BE-EF53-C6CC-4BCD-2FD46F543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Revenue up</a:t>
            </a:r>
          </a:p>
          <a:p>
            <a:r>
              <a:rPr lang="en-US"/>
              <a:t>Costs flat</a:t>
            </a:r>
          </a:p>
          <a:p>
            <a:r>
              <a:rPr lang="en-US"/>
              <a:t>Churn down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242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Quarterly Review</vt:lpstr>
      <vt:lpstr>Highlights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Rakshit R</dc:creator>
  <cp:lastModifiedBy>Rakshit R</cp:lastModifiedBy>
  <cp:revision>1</cp:revision>
  <dcterms:created xsi:type="dcterms:W3CDTF">2026-08-17T06:11:10Z</dcterms:created>
  <dcterms:modified xsi:type="dcterms:W3CDTF">2026-08-17T06:11:10Z</dcterms:modified>
</cp:coreProperties>
</file>